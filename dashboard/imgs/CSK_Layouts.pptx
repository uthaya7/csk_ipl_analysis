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7C12B"/>
    <a:srgbClr val="262626"/>
    <a:srgbClr val="004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DEEC-847B-67A3-C050-2BF9AE9B3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5E9D9-1F4F-E98A-7A9E-6A6D3306E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EFFFC-BA27-418F-EAB1-0019C77B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C99E-796A-E851-AB74-94A01AF6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F81F0-F539-1F62-6C07-D7EBF63F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879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53DC-CC9D-AD92-0B49-0C2F0B31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CB48-3CD5-0C6A-6FB7-2E789032B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B938E-82A8-428A-6641-C6C45B6E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E2C06-4C1F-2D63-0639-98AB447B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37A16-21B7-EC19-6C7E-C33C4C13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5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C7E3-2ABD-D860-85A3-955EAD04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D304F-9A60-1EF5-6508-2B06234F4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40F81-1F04-2F64-075C-183692D4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05E13-C330-5EE3-5A75-F8CD7F64B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4D0A2-7BFD-B7DD-62C7-63505622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75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4A1A-F61E-5B22-4E66-E2187BBF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6A3D2-9283-C398-A1B0-43AF45F09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86CFA-38B9-98A1-4FD3-1808BF421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9CFB8-8AC3-1BC6-9853-464687B9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A6D61-9699-F75E-3089-6DAF977C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8BE4A-09A7-BBE5-4E19-2548DA33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02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79DB8-AC5E-E2E4-04C8-42958BAE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165B9-92AE-EB29-07C5-ED81FA64A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C50D5-54F6-A2B3-408E-23B8F20F3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82D1D-49AA-B6A9-6E0A-33637821A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F435E2-B761-1512-551A-63C79368C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BA571-D25C-5548-583C-5710E42B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79A1E-CA26-320C-51AB-61A8B868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292B3-7DCC-F110-3013-0D4F95F9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168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FBE6F-9DBB-55C1-E414-713EADBD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02893-8BCC-8574-71F1-E672B9D6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3BC71-09FE-E678-7D1D-B58DC976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F1842-8374-A722-E67C-F9E3A58D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36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4E7D7-5A30-43CF-135B-042463DF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80F27-496B-A9CD-06A5-53769CCC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43048-E2FE-D52E-B25E-7E75490C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07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E39CA-C858-82D7-5D3F-900DB452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C39C-E220-0F00-78C9-94E664541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5CBBF-53E3-AD7B-17FD-1A9D6B723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1B0F4-7C2A-29EB-8159-FFC99463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B2285-7A00-C132-9A11-62674227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1C9A8-75C7-C12C-B6C5-A88111D7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55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4375-FE09-F418-EFA8-D44C5B52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C5FBC-C70D-2AE1-5E71-BB783042C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5822C-9C96-61CB-3FD8-625C6D034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D5C97-0A33-61BF-3EF7-D9DFB381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329A8-6146-4644-7262-B584F3F53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0FEE3-9A3A-2711-209D-125CA8EA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17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ED9B-73F0-17A9-3BEC-6B6C687A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F2812-A94C-5199-0393-0A1633CDE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CD56-65DC-730A-B3E7-12765B7B2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74D8-4C25-5D6C-A05D-7060F123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FA64D-70CC-12BA-310B-90F8F235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63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860ED5-7BFC-3161-DB5B-3CE02A665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ED48A-1BD0-8557-605F-EB5217257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CE4FB-E206-6B23-A86A-5C8CDC8D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C768-3D63-A9EA-A487-3CC5A815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000A9-1F73-FFA7-ED3D-094E3839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23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B38017-D0EE-05AA-D7BF-487566CFB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DF535-9BD9-BC98-CC46-547049359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2ACF4-C424-6721-AB1A-E44E8DBE0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0861-E99B-4A76-A6B1-386BAD2E651E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12B77-E19E-4498-8B02-DC77BD0E5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2036F-7FD5-ADFE-1C39-C7BC93F8F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71050-8E5A-4092-9B4B-DBBA835AA9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68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6ACD9E-691D-DE5B-33C1-EB3677CC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B080C2-757E-8E7C-9535-F5939CF09C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83"/>
            </a:avLst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5C39892-668C-DF43-246C-B033A289979E}"/>
              </a:ext>
            </a:extLst>
          </p:cNvPr>
          <p:cNvGrpSpPr/>
          <p:nvPr/>
        </p:nvGrpSpPr>
        <p:grpSpPr>
          <a:xfrm>
            <a:off x="109979" y="116853"/>
            <a:ext cx="11972041" cy="540000"/>
            <a:chOff x="109979" y="126279"/>
            <a:chExt cx="11972041" cy="54000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9DCDDD0-2A93-CB90-BFE5-4859733A29E2}"/>
                </a:ext>
              </a:extLst>
            </p:cNvPr>
            <p:cNvSpPr/>
            <p:nvPr/>
          </p:nvSpPr>
          <p:spPr>
            <a:xfrm>
              <a:off x="109979" y="126279"/>
              <a:ext cx="11972041" cy="540000"/>
            </a:xfrm>
            <a:prstGeom prst="roundRect">
              <a:avLst>
                <a:gd name="adj" fmla="val 24194"/>
              </a:avLst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50000">
                  <a:schemeClr val="accent4">
                    <a:lumMod val="95000"/>
                    <a:lumOff val="500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957A079-FCD4-134E-9CA2-E9D1B2785F54}"/>
                </a:ext>
              </a:extLst>
            </p:cNvPr>
            <p:cNvSpPr txBox="1"/>
            <p:nvPr/>
          </p:nvSpPr>
          <p:spPr>
            <a:xfrm>
              <a:off x="874655" y="206947"/>
              <a:ext cx="31317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spc="200" dirty="0">
                  <a:solidFill>
                    <a:srgbClr val="004BA0"/>
                  </a:solidFill>
                  <a:latin typeface="AirbnbCereal_W_Blk Black" panose="020B0902020203020204" pitchFamily="34" charset="-18"/>
                  <a:ea typeface="AirbnbCereal_W_Blk Black" panose="020B0902020203020204" pitchFamily="34" charset="-18"/>
                  <a:cs typeface="AirbnbCereal_W_Blk Black" panose="020B0902020203020204" pitchFamily="34" charset="-18"/>
                </a:rPr>
                <a:t>CSK IPL ANALYSIS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6F1500D-A334-7CEA-4A20-750A0BE9BA3C}"/>
                </a:ext>
              </a:extLst>
            </p:cNvPr>
            <p:cNvSpPr/>
            <p:nvPr/>
          </p:nvSpPr>
          <p:spPr>
            <a:xfrm>
              <a:off x="275881" y="144279"/>
              <a:ext cx="504000" cy="50400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D400234-9284-3C57-89B2-7545A146B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230" y="216279"/>
              <a:ext cx="439301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5378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AirbnbCereal_W_Blk Black</vt:lpstr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UTHAYANITHI U</dc:creator>
  <cp:lastModifiedBy>UTHAYANITHI U</cp:lastModifiedBy>
  <cp:revision>18</cp:revision>
  <dcterms:created xsi:type="dcterms:W3CDTF">2025-11-07T13:39:05Z</dcterms:created>
  <dcterms:modified xsi:type="dcterms:W3CDTF">2025-12-04T10:17:41Z</dcterms:modified>
</cp:coreProperties>
</file>